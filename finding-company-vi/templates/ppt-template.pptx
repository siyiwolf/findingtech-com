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Finding</a:t>
            </a:r>
            <a:r>
              <a:rPr/>
              <a:t> </a:t>
            </a:r>
            <a:r>
              <a:rPr/>
              <a:t>Company</a:t>
            </a:r>
            <a:r>
              <a:rPr/>
              <a:t> </a:t>
            </a:r>
            <a:r>
              <a:rPr/>
              <a:t>PPT</a:t>
            </a:r>
            <a:r>
              <a:rPr/>
              <a:t> </a:t>
            </a:r>
            <a:r>
              <a:rPr/>
              <a:t>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Finding Company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Finding Company</a:t>
            </a:r>
          </a:p>
          <a:p>
            <a:pPr lvl="0" marL="0" indent="0">
              <a:buNone/>
            </a:pPr>
            <a:r>
              <a:rPr/>
              <a:t>户外运动的智能化 AI 硬件</a:t>
            </a:r>
          </a:p>
          <a:p>
            <a:pPr lvl="0" marL="0" indent="0">
              <a:buNone/>
            </a:pPr>
            <a:r>
              <a:rPr/>
              <a:t>2026年4月</a:t>
            </a:r>
          </a:p>
          <a:p>
            <a:pPr lvl="0" marL="0" indent="0">
              <a:buNone/>
            </a:pPr>
            <a:r>
              <a:rPr/>
              <a:t>Finding FINDING COMPANY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目录</a:t>
            </a:r>
          </a:p>
          <a:p>
            <a:pPr lvl="1">
              <a:buAutoNum type="arabicPeriod"/>
            </a:pPr>
            <a:r>
              <a:rPr b="1"/>
              <a:t>市场机遇</a:t>
            </a:r>
            <a:r>
              <a:rPr/>
              <a:t> —— 行业趋势与痛点</a:t>
            </a:r>
          </a:p>
          <a:p>
            <a:pPr lvl="1">
              <a:buAutoNum type="arabicPeriod"/>
            </a:pPr>
            <a:r>
              <a:rPr b="1"/>
              <a:t>产品方向</a:t>
            </a:r>
            <a:r>
              <a:rPr/>
              <a:t> —— 核心解决方案</a:t>
            </a:r>
          </a:p>
          <a:p>
            <a:pPr lvl="1">
              <a:buAutoNum type="arabicPeriod"/>
            </a:pPr>
            <a:r>
              <a:rPr b="1"/>
              <a:t>技术路径</a:t>
            </a:r>
            <a:r>
              <a:rPr/>
              <a:t> —— AI硬件架构</a:t>
            </a:r>
          </a:p>
          <a:p>
            <a:pPr lvl="1">
              <a:buAutoNum type="arabicPeriod"/>
            </a:pPr>
            <a:r>
              <a:rPr b="1"/>
              <a:t>商业模式</a:t>
            </a:r>
            <a:r>
              <a:rPr/>
              <a:t> —— 盈利与增长</a:t>
            </a:r>
          </a:p>
          <a:p>
            <a:pPr lvl="1">
              <a:buAutoNum type="arabicPeriod"/>
            </a:pPr>
            <a:r>
              <a:rPr b="1"/>
              <a:t>竞争格局</a:t>
            </a:r>
            <a:r>
              <a:rPr/>
              <a:t> —— 差异化定位</a:t>
            </a:r>
          </a:p>
          <a:p>
            <a:pPr lvl="1">
              <a:buAutoNum type="arabicPeriod"/>
            </a:pPr>
            <a:r>
              <a:rPr b="1"/>
              <a:t>执行计划</a:t>
            </a:r>
            <a:r>
              <a:rPr/>
              <a:t> —— 里程碑与资源</a:t>
            </a:r>
          </a:p>
          <a:p>
            <a:pPr lvl="1">
              <a:buAutoNum type="arabicPeriod"/>
            </a:pPr>
            <a:r>
              <a:rPr b="1"/>
              <a:t>风险与应对</a:t>
            </a:r>
            <a:r>
              <a:rPr/>
              <a:t> —— 关键挑战</a:t>
            </a:r>
          </a:p>
          <a:p>
            <a:pPr lvl="0" marL="0" indent="0">
              <a:buNone/>
            </a:pPr>
            <a:r>
              <a:rPr/>
              <a:t>Finding Company 斐丁科技 第 2 页 / 共 32 页</a:t>
            </a:r>
          </a:p>
          <a:p>
            <a:pPr lvl="0" marL="0" indent="0">
              <a:buNone/>
            </a:pPr>
            <a:r>
              <a:rPr/>
              <a:t>Finding FINDING COMPANY 内部资料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市场机遇：户外智能化浪潮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万亿市场待掘金，AI硬件破局正当时</a:t>
            </a:r>
          </a:p>
          <a:p>
            <a:pPr lvl="0" marL="0" indent="0">
              <a:buNone/>
            </a:pPr>
            <a:r>
              <a:rPr/>
              <a:t>¥1.2万亿</a:t>
            </a:r>
          </a:p>
          <a:p>
            <a:pPr lvl="0" marL="0" indent="0">
              <a:buNone/>
            </a:pPr>
            <a:r>
              <a:rPr/>
              <a:t>中国户外市场</a:t>
            </a:r>
          </a:p>
          <a:p>
            <a:pPr lvl="0" marL="0" indent="0">
              <a:buNone/>
            </a:pPr>
            <a:r>
              <a:rPr/>
              <a:t>35%</a:t>
            </a:r>
          </a:p>
          <a:p>
            <a:pPr lvl="0" marL="0" indent="0">
              <a:buNone/>
            </a:pPr>
            <a:r>
              <a:rPr/>
              <a:t>智能化年增长</a:t>
            </a:r>
          </a:p>
          <a:p>
            <a:pPr lvl="0" marL="0" indent="0">
              <a:buNone/>
            </a:pPr>
            <a:r>
              <a:rPr/>
              <a:t>68%</a:t>
            </a:r>
          </a:p>
          <a:p>
            <a:pPr lvl="0" marL="0" indent="0">
              <a:buNone/>
            </a:pPr>
            <a:r>
              <a:rPr/>
              <a:t>消费者需求</a:t>
            </a:r>
          </a:p>
          <a:p>
            <a:pPr lvl="0" marL="0" indent="0">
              <a:buNone/>
            </a:pPr>
            <a:r>
              <a:rPr/>
              <a:t>Top 3</a:t>
            </a:r>
          </a:p>
          <a:p>
            <a:pPr lvl="0" marL="0" indent="0">
              <a:buNone/>
            </a:pPr>
            <a:r>
              <a:rPr/>
              <a:t>我们的目标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核心痛点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• 安全风险</a:t>
            </a:r>
          </a:p>
          <a:p>
            <a:pPr lvl="1"/>
            <a:r>
              <a:rPr/>
              <a:t>野外失联、天气突变、急救延迟</a:t>
            </a:r>
          </a:p>
          <a:p>
            <a:pPr lvl="1"/>
            <a:r>
              <a:rPr/>
              <a:t>传统装备缺乏预警与定位能力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• 体验单一</a:t>
            </a:r>
          </a:p>
          <a:p>
            <a:pPr lvl="1"/>
            <a:r>
              <a:rPr/>
              <a:t>装备功能孤立，无法智能联动</a:t>
            </a:r>
          </a:p>
          <a:p>
            <a:pPr lvl="1"/>
            <a:r>
              <a:rPr/>
              <a:t>缺少数据化记录与个性化推荐</a:t>
            </a:r>
          </a:p>
          <a:p>
            <a:pPr lvl="0" marL="0" indent="0">
              <a:buNone/>
            </a:pPr>
            <a:r>
              <a:rPr b="1"/>
              <a:t>洞察：</a:t>
            </a:r>
            <a:r>
              <a:rPr/>
              <a:t>消费者不再满足于基础功能，渴望"智能安全+极致体验"的下一代户外装备。</a:t>
            </a:r>
          </a:p>
          <a:p>
            <a:pPr lvl="0" marL="0" indent="0">
              <a:buNone/>
            </a:pPr>
            <a:r>
              <a:rPr/>
              <a:t>Finding Company 斐丁科技 第 3 页 / 共 32 页</a:t>
            </a:r>
          </a:p>
          <a:p>
            <a:pPr lvl="0" marL="0" indent="0">
              <a:buNone/>
            </a:pPr>
            <a:r>
              <a:rPr/>
              <a:t>Finding FINDING COMPANY 内部资料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产品方向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智能硬件矩阵，重塑户外体验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方向一：露营装备智能化</a:t>
            </a:r>
          </a:p>
          <a:p>
            <a:pPr lvl="1"/>
            <a:r>
              <a:rPr b="1"/>
              <a:t>智能温控帐篷：</a:t>
            </a:r>
            <a:r>
              <a:rPr/>
              <a:t>AI气候适应，自动调节通风/保温</a:t>
            </a:r>
          </a:p>
          <a:p>
            <a:pPr lvl="1"/>
            <a:r>
              <a:rPr b="1"/>
              <a:t>自发电照明系统：</a:t>
            </a:r>
            <a:r>
              <a:rPr/>
              <a:t>太阳能+动能转化，智能光效</a:t>
            </a:r>
          </a:p>
          <a:p>
            <a:pPr lvl="1"/>
            <a:r>
              <a:rPr b="1"/>
              <a:t>户外电源管家：</a:t>
            </a:r>
            <a:r>
              <a:rPr/>
              <a:t>多设备智能管理，能耗优化</a:t>
            </a:r>
          </a:p>
          <a:p>
            <a:pPr lvl="1"/>
            <a:r>
              <a:rPr b="1"/>
              <a:t>智能露营厨房：</a:t>
            </a:r>
            <a:r>
              <a:rPr/>
              <a:t>温度控制、用量精准、安全预警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方向二：机器人集群应用</a:t>
            </a:r>
          </a:p>
          <a:p>
            <a:pPr lvl="1"/>
            <a:r>
              <a:rPr b="1"/>
              <a:t>物流运输机器人：</a:t>
            </a:r>
            <a:r>
              <a:rPr/>
              <a:t>营地物资配送，路径规划</a:t>
            </a:r>
          </a:p>
          <a:p>
            <a:pPr lvl="1"/>
            <a:r>
              <a:rPr b="1"/>
              <a:t>安防巡检机器人：</a:t>
            </a:r>
            <a:r>
              <a:rPr/>
              <a:t>24小时巡逻，异常检测</a:t>
            </a:r>
          </a:p>
          <a:p>
            <a:pPr lvl="1"/>
            <a:r>
              <a:rPr b="1"/>
              <a:t>清洁维护机器人：</a:t>
            </a:r>
            <a:r>
              <a:rPr/>
              <a:t>垃圾回收、环境清洁</a:t>
            </a:r>
          </a:p>
          <a:p>
            <a:pPr lvl="1"/>
            <a:r>
              <a:rPr b="1"/>
              <a:t>集群协同系统：</a:t>
            </a:r>
            <a:r>
              <a:rPr/>
              <a:t>多机调度、任务分配、数据融合</a:t>
            </a:r>
          </a:p>
          <a:p>
            <a:pPr lvl="0" marL="0" indent="0">
              <a:buNone/>
            </a:pPr>
            <a:r>
              <a:rPr b="1"/>
              <a:t>关键创新：</a:t>
            </a:r>
            <a:r>
              <a:rPr/>
              <a:t>"硬件+AI+集群"三位一体，打造可复制、可扩展的智能户外解决方案。</a:t>
            </a:r>
          </a:p>
          <a:p>
            <a:pPr lvl="0" marL="0" indent="0">
              <a:buNone/>
            </a:pPr>
            <a:r>
              <a:rPr/>
              <a:t>Finding Company 斐丁科技 第 4 页 / 共 32 页</a:t>
            </a:r>
          </a:p>
          <a:p>
            <a:pPr lvl="0" marL="0" indent="0">
              <a:buNone/>
            </a:pPr>
            <a:r>
              <a:rPr/>
              <a:t>Finding FINDING COMPANY 内部资料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技术路径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边缘AI + 轻量化集群通信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硬件架构</a:t>
            </a:r>
          </a:p>
          <a:p>
            <a:pPr lvl="1"/>
            <a:r>
              <a:rPr/>
              <a:t>主控芯片: ARM Cortex-A53 / ESP32-S3</a:t>
            </a:r>
          </a:p>
          <a:p>
            <a:pPr lvl="1"/>
            <a:r>
              <a:rPr/>
              <a:t>AI加速器: NPU 0.5-2 TOPS</a:t>
            </a:r>
          </a:p>
          <a:p>
            <a:pPr lvl="1"/>
            <a:r>
              <a:rPr/>
              <a:t>传感器融合: GPS+IMU+环境多传感器</a:t>
            </a:r>
          </a:p>
          <a:p>
            <a:pPr lvl="1"/>
            <a:r>
              <a:rPr/>
              <a:t>通信模块: LoRa + BLE5 + Mesh组网</a:t>
            </a:r>
          </a:p>
          <a:p>
            <a:pPr lvl="1"/>
            <a:r>
              <a:rPr/>
              <a:t>电源管理: 太阳能+超级电容+快充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软件栈</a:t>
            </a:r>
          </a:p>
          <a:p>
            <a:pPr lvl="1"/>
            <a:r>
              <a:rPr/>
              <a:t>OS: FreeRTOS / Zephyr</a:t>
            </a:r>
          </a:p>
          <a:p>
            <a:pPr lvl="1"/>
            <a:r>
              <a:rPr/>
              <a:t>AI框架: TensorFlow Lite Micro</a:t>
            </a:r>
          </a:p>
          <a:p>
            <a:pPr lvl="1"/>
            <a:r>
              <a:rPr/>
              <a:t>集群协议: 自定义轻量级Mesh</a:t>
            </a:r>
          </a:p>
          <a:p>
            <a:pPr lvl="1"/>
            <a:r>
              <a:rPr/>
              <a:t>数据链路: MQTT over LoRaWAN</a:t>
            </a:r>
          </a:p>
          <a:p>
            <a:pPr lvl="1"/>
            <a:r>
              <a:rPr/>
              <a:t>边缘推理: 行为识别+异常检测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技术里程碑</a:t>
            </a:r>
          </a:p>
          <a:p>
            <a:pPr lvl="0" marL="0" indent="0">
              <a:buNone/>
            </a:pPr>
            <a:r>
              <a:rPr/>
              <a:t>Finding Company 斐丁科技 第 5 页 / 共 32 页</a:t>
            </a:r>
          </a:p>
          <a:p>
            <a:pPr lvl="0" marL="0" indent="0">
              <a:buNone/>
            </a:pPr>
            <a:r>
              <a:rPr/>
              <a:t>Finding FINDING COMPANY 内部资料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商业模式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软硬件一体，订阅增值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收入来源</a:t>
            </a:r>
          </a:p>
          <a:p>
            <a:pPr lvl="1"/>
            <a:r>
              <a:rPr b="1"/>
              <a:t>硬件销售：</a:t>
            </a:r>
            <a:r>
              <a:rPr/>
              <a:t>智能装备、机器人单体</a:t>
            </a:r>
          </a:p>
          <a:p>
            <a:pPr lvl="1"/>
            <a:r>
              <a:rPr b="1"/>
              <a:t>SaaS服务：</a:t>
            </a:r>
            <a:r>
              <a:rPr/>
              <a:t>集群管理、数据分析订阅</a:t>
            </a:r>
          </a:p>
          <a:p>
            <a:pPr lvl="1"/>
            <a:r>
              <a:rPr b="1"/>
              <a:t>解决方案：</a:t>
            </a:r>
            <a:r>
              <a:rPr/>
              <a:t>营地/景区一体化定制</a:t>
            </a:r>
          </a:p>
          <a:p>
            <a:pPr lvl="1"/>
            <a:r>
              <a:rPr b="1"/>
              <a:t>数据服务：</a:t>
            </a:r>
            <a:r>
              <a:rPr/>
              <a:t>环境监测、用户洞察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定价策略</a:t>
            </a:r>
          </a:p>
          <a:p>
            <a:pPr lvl="1"/>
            <a:r>
              <a:rPr/>
              <a:t>单兵装备: ¥2,000 - ¥8,000 区间</a:t>
            </a:r>
          </a:p>
          <a:p>
            <a:pPr lvl="1"/>
            <a:r>
              <a:rPr/>
              <a:t>集群套装: ¥50,000 - ¥200,000</a:t>
            </a:r>
          </a:p>
          <a:p>
            <a:pPr lvl="1"/>
            <a:r>
              <a:rPr/>
              <a:t>SaaS月费: ¥99 - ¥999 不等</a:t>
            </a:r>
          </a:p>
          <a:p>
            <a:pPr lvl="1"/>
            <a:r>
              <a:rPr/>
              <a:t>定制方案: 项目制报价</a:t>
            </a:r>
          </a:p>
          <a:p>
            <a:pPr lvl="0" marL="0" indent="0">
              <a:buNone/>
            </a:pPr>
            <a:r>
              <a:rPr b="1"/>
              <a:t>核心逻辑：</a:t>
            </a:r>
            <a:r>
              <a:rPr/>
              <a:t>硬件获客，软件留存，数据增值，建立"智能户外"生态壁垒。</a:t>
            </a:r>
          </a:p>
          <a:p>
            <a:pPr lvl="0" marL="0" indent="0">
              <a:buNone/>
            </a:pPr>
            <a:r>
              <a:rPr/>
              <a:t>Finding Company 斐丁科技 第 6 页 / 共 32 页</a:t>
            </a:r>
          </a:p>
          <a:p>
            <a:pPr lvl="0" marL="0" indent="0">
              <a:buNone/>
            </a:pPr>
            <a:r>
              <a:rPr/>
              <a:t>Finding FINDING COMPANY 内部资料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竞争格局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差异化定位：集群智能，场景深耕</a:t>
            </a:r>
          </a:p>
          <a:p>
            <a:pPr lvl="0" marL="0" indent="0">
              <a:buNone/>
            </a:pPr>
            <a:r>
              <a:rPr b="1"/>
              <a:t>护城河：</a:t>
            </a:r>
            <a:r>
              <a:rPr/>
              <a:t>户外场景深耕 + 集群算法 + 数据闭环，构筑技术+场景双重壁垒。</a:t>
            </a:r>
          </a:p>
          <a:p>
            <a:pPr lvl="0" marL="0" indent="0">
              <a:buNone/>
            </a:pPr>
            <a:r>
              <a:rPr/>
              <a:t>Finding Company 斐丁科技 第 7 页 / 共 32 页</a:t>
            </a:r>
          </a:p>
          <a:p>
            <a:pPr lvl="0" marL="0" indent="0">
              <a:buNone/>
            </a:pPr>
            <a:r>
              <a:rPr/>
              <a:t>Finding FINDING COMPANY 内部资料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执行计划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12个月，从概念到量产</a:t>
            </a:r>
          </a:p>
          <a:p>
            <a:pPr lvl="0" marL="0" indent="0">
              <a:buNone/>
            </a:pPr>
            <a:r>
              <a:rPr b="1"/>
              <a:t>资源需求：</a:t>
            </a:r>
            <a:r>
              <a:rPr/>
              <a:t>研发团队15人（硬件6+软件6+AI3），启动资金¥2000万，需2万平厂房及供应链支持。</a:t>
            </a:r>
          </a:p>
          <a:p>
            <a:pPr lvl="0" marL="0" indent="0">
              <a:buNone/>
            </a:pPr>
            <a:r>
              <a:rPr/>
              <a:t>Finding Company 斐丁科技 第 8 页 / 共 32 页</a:t>
            </a:r>
          </a:p>
          <a:p>
            <a:pPr lvl="0" marL="0" indent="0">
              <a:buNone/>
            </a:pPr>
            <a:r>
              <a:rPr/>
              <a:t>Finding FINDING COMPANY 内部资料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风险与应对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预见风险，主动防御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技术风险</a:t>
            </a:r>
          </a:p>
          <a:p>
            <a:pPr lvl="1"/>
            <a:r>
              <a:rPr/>
              <a:t>集群协同算法复杂度高</a:t>
            </a:r>
          </a:p>
          <a:p>
            <a:pPr lvl="1"/>
            <a:r>
              <a:rPr/>
              <a:t>户外环境可靠性挑战</a:t>
            </a:r>
          </a:p>
          <a:p>
            <a:pPr lvl="1"/>
            <a:r>
              <a:rPr/>
              <a:t>功耗与续航平衡</a:t>
            </a:r>
          </a:p>
          <a:p>
            <a:pPr lvl="1"/>
            <a:r>
              <a:rPr b="1"/>
              <a:t>缓解：</a:t>
            </a:r>
            <a:r>
              <a:rPr/>
              <a:t>模块化设计、多轮测试、快速迭代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市场风险</a:t>
            </a:r>
          </a:p>
          <a:p>
            <a:pPr lvl="1"/>
            <a:r>
              <a:rPr/>
              <a:t>消费者接受度未知</a:t>
            </a:r>
          </a:p>
          <a:p>
            <a:pPr lvl="1"/>
            <a:r>
              <a:rPr/>
              <a:t>大厂快速跟进</a:t>
            </a:r>
          </a:p>
          <a:p>
            <a:pPr lvl="1"/>
            <a:r>
              <a:rPr/>
              <a:t>渠道建设周期长</a:t>
            </a:r>
          </a:p>
          <a:p>
            <a:pPr lvl="1"/>
            <a:r>
              <a:rPr b="1"/>
              <a:t>缓解：</a:t>
            </a:r>
            <a:r>
              <a:rPr/>
              <a:t>早期用户共创、专利布局、合作共赢</a:t>
            </a:r>
          </a:p>
          <a:p>
            <a:pPr lvl="0" marL="0" indent="0">
              <a:buNone/>
            </a:pPr>
            <a:r>
              <a:rPr b="1"/>
              <a:t>关键假设：</a:t>
            </a:r>
            <a:r>
              <a:rPr/>
              <a:t>假设12个月内核心算法稳定，供应链成本可控，首批种子用户愿意支付溢价。</a:t>
            </a:r>
          </a:p>
          <a:p>
            <a:pPr lvl="0" marL="0" indent="0">
              <a:buNone/>
            </a:pPr>
            <a:r>
              <a:rPr/>
              <a:t>Finding Company 斐丁科技 第 9 页 / 共 32 页</a:t>
            </a:r>
          </a:p>
          <a:p>
            <a:pPr lvl="0" marL="0" indent="0">
              <a:buNone/>
            </a:pPr>
            <a:r>
              <a:rPr/>
              <a:t>Finding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Thank You</a:t>
            </a:r>
          </a:p>
          <a:p>
            <a:pPr lvl="0" marL="0" indent="0">
              <a:buNone/>
            </a:pPr>
            <a:r>
              <a:rPr/>
              <a:t>让我们共同定义户外智能的未来</a:t>
            </a:r>
          </a:p>
          <a:p>
            <a:pPr lvl="0" marL="0" indent="0">
              <a:buNone/>
            </a:pPr>
            <a:r>
              <a:rPr/>
              <a:t>官网</a:t>
            </a:r>
          </a:p>
          <a:p>
            <a:pPr lvl="0" marL="0" indent="0">
              <a:buNone/>
            </a:pPr>
            <a:r>
              <a:rPr/>
              <a:t>www.findingtech.com</a:t>
            </a:r>
          </a:p>
          <a:p>
            <a:pPr lvl="0" marL="0" indent="0">
              <a:buNone/>
            </a:pPr>
            <a:r>
              <a:rPr/>
              <a:t>邮箱</a:t>
            </a:r>
          </a:p>
          <a:p>
            <a:pPr lvl="0" marL="0" indent="0">
              <a:buNone/>
            </a:pPr>
            <a:r>
              <a:rPr/>
              <a:t>contact@findingtech.com</a:t>
            </a:r>
          </a:p>
          <a:p>
            <a:pPr lvl="0" marL="0" indent="0">
              <a:buNone/>
            </a:pPr>
            <a:r>
              <a:rPr/>
              <a:t>地址</a:t>
            </a:r>
          </a:p>
          <a:p>
            <a:pPr lvl="0" marL="0" indent="0">
              <a:buNone/>
            </a:pPr>
            <a:r>
              <a:rPr/>
              <a:t>中国深圳南山区科技园</a:t>
            </a:r>
          </a:p>
          <a:p>
            <a:pPr lvl="0" marL="0" indent="0">
              <a:buNone/>
            </a:pPr>
            <a:r>
              <a:rPr/>
              <a:t>电话</a:t>
            </a:r>
          </a:p>
          <a:p>
            <a:pPr lvl="0" marL="0" indent="0">
              <a:buNone/>
            </a:pPr>
            <a:r>
              <a:rPr/>
              <a:t>+86 755 1234 5678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Finding Company PPT Template</dc:title>
  <dc:creator/>
  <cp:keywords/>
  <dcterms:created xsi:type="dcterms:W3CDTF">2026-04-11T14:44:21Z</dcterms:created>
  <dcterms:modified xsi:type="dcterms:W3CDTF">2026-04-11T14:44:21Z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iewport">
    <vt:lpwstr>width=1920, height=1080</vt:lpwstr>
  </property>
</Properties>
</file>